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Casey Larki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23T01:33:20.356">
    <p:pos x="196" y="725"/>
    <p:text>Need to move RTLS to the back of the bells and whistles line behind things like AI orchestration, automated gates, etc.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1-23T00:44:22.721">
    <p:pos x="6000" y="0"/>
    <p:text>ideally 20-50? Should be more like a million! Do not want to cap ourselves. First customer and co-dev member (primo) has 260 facilities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1-23T02:14:07.274">
    <p:pos x="196" y="725"/>
    <p:text>swap RTLS for another bell and or whistle here too?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1-23T02:10:36.400">
    <p:pos x="6000" y="0"/>
    <p:text>Same as above, move RTLS to the back of the bells and whistles line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1-23T02:12:40.258">
    <p:pos x="196" y="725"/>
    <p:text>footer CTA feels redundant considering the CTA block right above it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a42e254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a42e254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a42e2547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a42e2547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42e2547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a42e2547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a42e2547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a42e2547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42e2547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a42e2547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a42e2547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a42e2547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a42e2547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a42e2547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a42e2547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a42e2547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a42e2547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a42e2547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a42e2547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a42e2547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a42e2547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a42e2547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a42e2547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a42e2547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a42e2547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a42e2547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a42e2547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a42e2547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X2E1WRjJBXTc1Wtiu61qqQofFmMPtjfH/view" TargetMode="External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3.xml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4.xml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5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Co-dev landing page 2026-01-22 21222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852"/>
            <a:ext cx="9144000" cy="5077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" y="71438"/>
            <a:ext cx="8877300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701" y="71600"/>
            <a:ext cx="69373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183" y="0"/>
            <a:ext cx="76656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927" y="0"/>
            <a:ext cx="784214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10465475" y="24690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824" y="0"/>
            <a:ext cx="730835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" y="490538"/>
            <a:ext cx="8439150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474" y="0"/>
            <a:ext cx="57950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790" y="0"/>
            <a:ext cx="798642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228" y="0"/>
            <a:ext cx="578954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242" y="0"/>
            <a:ext cx="711151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497" y="0"/>
            <a:ext cx="5661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380" y="0"/>
            <a:ext cx="661724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972" y="0"/>
            <a:ext cx="746405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8507" y="0"/>
            <a:ext cx="676698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